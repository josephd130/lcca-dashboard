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requires 7 percent and a 20-year life;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 and 20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Appendix U for AIP-funded projects. TDOT default is 3% over 30 years. MBT changes winner at 4.5%.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five charts (category, rate sensitivity 2 to 8%, expenditure stream, cumulative cost, closure days);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five charts and the original comparison chart,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7498080" cy="34426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722805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at top left return to General Information and Instructions; a matching "View Summary" button sits under Alternative Setup. Chart data lives in columns W onward, marked "do not edit".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Patched chart XML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Well-formed; parsed by an independent chart reader with the intended year categories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Charts rendered to PDF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eight per-project charts and the simulation histogram draw correctly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2026-09-12T04:46:22Z</dcterms:created>
  <dcterms:modified xsi:type="dcterms:W3CDTF">2026-09-12T04:46:22Z</dcterms:modified>
</cp:coreProperties>
</file>