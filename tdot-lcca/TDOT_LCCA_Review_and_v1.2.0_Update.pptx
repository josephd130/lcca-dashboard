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colours;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 and document properties; dead links, cached printer settings, Power Query stub and SharePoint path removed; sources on Typical Values as plain text;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worked examples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GKT Runway 10-28 (three alternatives, no shoulders) and MKL Runway 2-20 (four alternatives, 25 ft shoulders): 104 independent checks pass; section read-back returns the designed sections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2026-09-12T23:18:37Z</dcterms:created>
  <dcterms:modified xsi:type="dcterms:W3CDTF">2026-09-12T23:18:37Z</dcterms:modified>
</cp:coreProperties>
</file>