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is rebuilt every time the Alternative Setup form closes, as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requires 7 percent and a 20-year life;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 and 20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Appendix U for AIP-funded projects. TDOT default is 3% over 30 years. MBT changes winner at 4.5%.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 (VBA)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table with PW by category, delta to lowest and closure days; charts for PW by category, expenditure stream, cumulative cost and rate sensitivity 2 to 8% with a 7% flag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replace the Output module in the VBA editor with Output.bas. No other code changes.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1,644 formulas, 0 errors (v1.1.2 shows 99 error cells under the same recalc)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Patched chart XML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Well-formed; parsed by an independent chart reader with the intended year categories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Charts rendered to PDF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eight per-project charts and the simulation histogram draw correctly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Output.bas in Excel (no Excel here) and the patched charts in Excel itself; a six-step first-open check is in the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The Summary now shows categories, closures and the 7 percent flag.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six-step check, import Output.bas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Output.bas  |  TDOT_LCCA_Decision_Workbook.xlsx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2026-09-11T19:38:22Z</dcterms:created>
  <dcterms:modified xsi:type="dcterms:W3CDTF">2026-09-11T19:38:22Z</dcterms:modified>
</cp:coreProperties>
</file>