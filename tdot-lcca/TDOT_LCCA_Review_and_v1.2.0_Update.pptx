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identity and 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Summary names the project and shows where it is: a locator map of Tennessee drawn from embedded coordinates, no internet, no add-in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export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VBA module writes a KML: the result in the airport bubble, a runway footprint and a present-worth bar per alternative, and every event stamped with its year for the time slider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 axes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chart in both workbooks now names its x and y axis; legends moved beside the plots so they no longer collide with the category labels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duplicate table in columns A to F is hidden (the form still writes it), so the results table and the charts start at the left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every calculation once, with the formula, the rule in plain English and its source; a live block reading the current rate, period and capital recovery factor; and the assumptions a reviewer will ask about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104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2026-09-13T01:15:31Z</dcterms:created>
  <dcterms:modified xsi:type="dcterms:W3CDTF">2026-09-13T01:15:31Z</dcterms:modified>
</cp:coreProperties>
</file>