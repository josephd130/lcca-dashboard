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has a source; the research note in the repo says which figures still need the primary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rate rule changed in 2022 (OMB A-94 real rate, 2.0% for 2026, not the old 7%);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FAA rate?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PGL 22-01 (2022) replaced the fixed 7% with the OMB A-94 real rate, 2.0% for 2026. TDOT uses 3% over 30 years. MBT changes winner at 4.5%, so the rule decides the answer.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identity and 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Summary names the project and shows where it is: a locator map of Tennessee drawn from embedded coordinates, no internet, no add-in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Earth export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VBA module writes a KML: the result in the airport bubble, a runway footprint and a present-worth bar per alternative, and every event stamped with its year for the time slider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 axes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chart in both workbooks now names its x and y axis; legends moved beside the plots so they no longer collide with the category labels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layout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duplicate table in columns A to F is hidden (the form still writes it), so the results table and the charts start at the left 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a RealCost-style comparison block (agency and user cost as PW and EUAC); five charts;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Pavement 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on the Summary: each layer's thickness read back from the quantities, the section as a string for the description, a cross-check against the excavation quantity, and two stacked charts (mainline, and mainline plus shoulder when entered)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 and first-run 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How-to card and a live "still needed" status line on General Information; navigation row on every alternative sheet; lowest-cost row highlighted on the Summary; tab colors; General Information prints on one page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every calculation once, with the formula, the rule in plain English and its source; a live block reading the current rate, period and capital recovery factor; and the assumptions a reviewer will ask about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Values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reference sheet: what TDOT manages, typical runway geometry and areas, workbook unit costs beside 2025 bids, closure production rates, FAA and OMB discount-rate rules, service lives, live daily revenue for the 17 airports; hints beside the General Information inputs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 and document properties; dead links, cached printer settings, Power Query stub and SharePoint path removed; sources on Typical Values as plain text;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users start 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form, same grey cells. What is new is the guidance around them.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general_inform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1234440"/>
            <a:ext cx="4389120" cy="313732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4174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how-to card beside the logo, a status line that names whatever input is still empty and turns green when the form is complete, banded section headings, and buttons to the Summary and the Typical Values sheet.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RealCost-style comparison block, five charts,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98448"/>
            <a:ext cx="7132320" cy="35894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9062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block under the verdict line follows the RealCost layout: agency and user cost, each as present worth and EUAC.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values for the inputs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reference sheet answering "is this number reasonable" while filling in General Information.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typical_val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173730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15462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each Pay_Items default read live from the workbook, beside recent bid prices and what they mean. Six more sections cover system context, runway geometry, closure rates, discount rates and service lives.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2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Aeronautics manages 78 public-use airports; 69 are in the NPIAS and about 70 are in the pavement management network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TN general aviation runway: 4,000 to 6,000 ft by 75 or 100 ft, which is 33,000 to 67,000 SY of mainline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$130 per ton asphalt default sits below 2025 southeastern bids of $185 to $232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rate: TDOT 3 percent; FAA now points to the OMB A-94 real rate, 2.0 percent for 2026, not the old 7 percent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project run end to 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CKV Runway 17-35 built on the blank template: framework, decision TEMPLATE and an independent engine agree to the dollar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worked examples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GKT Runway 10-28 (three alternatives, no shoulders) and MKL Runway 2-20 (four alternatives, 25 ft shoulders): 104 independent checks pass; section read-back returns the designed sections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click-through (LibreOffice API)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Buttons land where they should; 7% flips the verdict as flagged; 20 years drops late closures; unknown airport gives $0 lost revenue with a warning; deleting an alternative shifts the table with no #REF!; ties and four alternatives read cleanly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2026-09-13T05:39:38Z</dcterms:created>
  <dcterms:modified xsi:type="dcterms:W3CDTF">2026-09-13T05:39:38Z</dcterms:modified>
</cp:coreProperties>
</file>